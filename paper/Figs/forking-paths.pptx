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16459200" cy="411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77" d="100"/>
          <a:sy n="77" d="100"/>
        </p:scale>
        <p:origin x="216" y="1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673418"/>
            <a:ext cx="12344400" cy="1432560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2161223"/>
            <a:ext cx="12344400" cy="993457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275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815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2997" y="1025843"/>
            <a:ext cx="14196060" cy="1711642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2997" y="2753678"/>
            <a:ext cx="14196060" cy="900112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7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31570" y="1095375"/>
            <a:ext cx="6995160" cy="2610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32470" y="1095375"/>
            <a:ext cx="6995160" cy="2610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077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19075"/>
            <a:ext cx="14196060" cy="7953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3715" y="1008698"/>
            <a:ext cx="6963012" cy="494347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33715" y="1503045"/>
            <a:ext cx="6963012" cy="221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332470" y="1008698"/>
            <a:ext cx="6997304" cy="494347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332470" y="1503045"/>
            <a:ext cx="6997304" cy="221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820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89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719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74320"/>
            <a:ext cx="5308520" cy="96012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7304" y="592455"/>
            <a:ext cx="8332470" cy="2924175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1234440"/>
            <a:ext cx="5308520" cy="22869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53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74320"/>
            <a:ext cx="5308520" cy="96012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97304" y="592455"/>
            <a:ext cx="8332470" cy="2924175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1234440"/>
            <a:ext cx="5308520" cy="22869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22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16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78615" y="219075"/>
            <a:ext cx="3549015" cy="34871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31570" y="219075"/>
            <a:ext cx="10441305" cy="34871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78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31570" y="219075"/>
            <a:ext cx="14196060" cy="795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1570" y="1095375"/>
            <a:ext cx="14196060" cy="2610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570" y="3813810"/>
            <a:ext cx="370332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52110" y="3813810"/>
            <a:ext cx="555498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24310" y="3813810"/>
            <a:ext cx="370332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31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5D5294-510D-237D-87F8-C2D1542C039B}"/>
              </a:ext>
            </a:extLst>
          </p:cNvPr>
          <p:cNvSpPr/>
          <p:nvPr/>
        </p:nvSpPr>
        <p:spPr>
          <a:xfrm>
            <a:off x="443888" y="1279417"/>
            <a:ext cx="2975656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[1,2,3] ++ [4,5]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6C5E594-0C7A-5EF8-ECCC-7825C3D4DEC1}"/>
              </a:ext>
            </a:extLst>
          </p:cNvPr>
          <p:cNvSpPr/>
          <p:nvPr/>
        </p:nvSpPr>
        <p:spPr>
          <a:xfrm>
            <a:off x="3813768" y="49389"/>
            <a:ext cx="3181396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1 : ⊥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B8159D2-501C-AD07-CC98-681E5C9B201F}"/>
              </a:ext>
            </a:extLst>
          </p:cNvPr>
          <p:cNvSpPr/>
          <p:nvPr/>
        </p:nvSpPr>
        <p:spPr>
          <a:xfrm>
            <a:off x="3813768" y="2370797"/>
            <a:ext cx="3181396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1 : ([2,3]++[4,5])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577689-52D7-011F-0CAB-A836F9B57899}"/>
              </a:ext>
            </a:extLst>
          </p:cNvPr>
          <p:cNvSpPr/>
          <p:nvPr/>
        </p:nvSpPr>
        <p:spPr>
          <a:xfrm>
            <a:off x="7971077" y="32113"/>
            <a:ext cx="3571591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1 : 2 : ⊥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EA4EBB-B76C-F9FB-FC63-33B9E2CA0EAF}"/>
              </a:ext>
            </a:extLst>
          </p:cNvPr>
          <p:cNvSpPr/>
          <p:nvPr/>
        </p:nvSpPr>
        <p:spPr>
          <a:xfrm>
            <a:off x="7861646" y="2370797"/>
            <a:ext cx="3571592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1 : 2 : ([3] ++ [4,5])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9FA19E5-509F-C4D2-8298-6D1E03429F57}"/>
              </a:ext>
            </a:extLst>
          </p:cNvPr>
          <p:cNvSpPr/>
          <p:nvPr/>
        </p:nvSpPr>
        <p:spPr>
          <a:xfrm>
            <a:off x="12224595" y="3960"/>
            <a:ext cx="3926316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1 : 2 : 3 : ⊥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E9F3CC9-C27E-0F7B-5C69-A922934C347A}"/>
              </a:ext>
            </a:extLst>
          </p:cNvPr>
          <p:cNvSpPr/>
          <p:nvPr/>
        </p:nvSpPr>
        <p:spPr>
          <a:xfrm>
            <a:off x="12224598" y="2370797"/>
            <a:ext cx="3926317" cy="1000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40" dirty="0"/>
              <a:t>1 : 2 : 3 : ([] ++ [4,5])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05148B-7168-9318-5CC5-CE805491E087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3419543" y="549841"/>
            <a:ext cx="394226" cy="1230027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799576-7930-5E0B-1394-54E2D698B4B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419543" y="1779866"/>
            <a:ext cx="394226" cy="1091380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16D74B-6628-0D54-CE98-59EA13ABC878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6995163" y="2871246"/>
            <a:ext cx="866486" cy="0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74C6D6-B1E4-3A11-03D5-30153DA1A9C0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6995161" y="532563"/>
            <a:ext cx="975914" cy="2272152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A627F17-F168-3498-309A-DB345AA43F77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11433241" y="2871246"/>
            <a:ext cx="791357" cy="0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7738E16-0982-6780-D33C-D276E987259A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11433241" y="504409"/>
            <a:ext cx="791357" cy="2366836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1747F2D-DD58-776D-397A-BE248482FBC9}"/>
              </a:ext>
            </a:extLst>
          </p:cNvPr>
          <p:cNvSpPr txBox="1"/>
          <p:nvPr/>
        </p:nvSpPr>
        <p:spPr>
          <a:xfrm>
            <a:off x="2144548" y="459359"/>
            <a:ext cx="127499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40" dirty="0"/>
              <a:t>Skip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C05EBF-1752-23B0-AB02-84102EB505A7}"/>
              </a:ext>
            </a:extLst>
          </p:cNvPr>
          <p:cNvSpPr txBox="1"/>
          <p:nvPr/>
        </p:nvSpPr>
        <p:spPr>
          <a:xfrm>
            <a:off x="1740234" y="2575781"/>
            <a:ext cx="1801998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40" dirty="0"/>
              <a:t>Evaluate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06A4E0-2874-C0D1-1D96-396C510CD799}"/>
              </a:ext>
            </a:extLst>
          </p:cNvPr>
          <p:cNvSpPr txBox="1"/>
          <p:nvPr/>
        </p:nvSpPr>
        <p:spPr>
          <a:xfrm>
            <a:off x="6238591" y="1188937"/>
            <a:ext cx="127499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40" dirty="0"/>
              <a:t>Skip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F3A41-E84C-DEDF-FD5A-3CDA1FBC2406}"/>
              </a:ext>
            </a:extLst>
          </p:cNvPr>
          <p:cNvSpPr txBox="1"/>
          <p:nvPr/>
        </p:nvSpPr>
        <p:spPr>
          <a:xfrm>
            <a:off x="6612587" y="3371697"/>
            <a:ext cx="1801998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40" dirty="0"/>
              <a:t>Evaluate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AD2069-1856-1FEB-BEEA-479E2EA34913}"/>
              </a:ext>
            </a:extLst>
          </p:cNvPr>
          <p:cNvSpPr txBox="1"/>
          <p:nvPr/>
        </p:nvSpPr>
        <p:spPr>
          <a:xfrm>
            <a:off x="10689323" y="1262398"/>
            <a:ext cx="1274996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40" dirty="0"/>
              <a:t>Skip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2A7A9F-7157-554A-4BB3-6963524BE915}"/>
              </a:ext>
            </a:extLst>
          </p:cNvPr>
          <p:cNvSpPr txBox="1"/>
          <p:nvPr/>
        </p:nvSpPr>
        <p:spPr>
          <a:xfrm>
            <a:off x="11063318" y="3326456"/>
            <a:ext cx="1801998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40" dirty="0"/>
              <a:t>Evaluate</a:t>
            </a:r>
          </a:p>
        </p:txBody>
      </p:sp>
    </p:spTree>
    <p:extLst>
      <p:ext uri="{BB962C8B-B14F-4D97-AF65-F5344CB8AC3E}">
        <p14:creationId xmlns:p14="http://schemas.microsoft.com/office/powerpoint/2010/main" val="3833132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2860</TotalTime>
  <Words>57</Words>
  <Application>Microsoft Macintosh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 Li</dc:creator>
  <cp:lastModifiedBy>Yao Li</cp:lastModifiedBy>
  <cp:revision>10</cp:revision>
  <dcterms:created xsi:type="dcterms:W3CDTF">2025-12-13T01:21:49Z</dcterms:created>
  <dcterms:modified xsi:type="dcterms:W3CDTF">2025-12-15T01:02:38Z</dcterms:modified>
</cp:coreProperties>
</file>