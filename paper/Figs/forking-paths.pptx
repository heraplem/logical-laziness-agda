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20116800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63" d="100"/>
          <a:sy n="63" d="100"/>
        </p:scale>
        <p:origin x="216" y="1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4600" y="673418"/>
            <a:ext cx="15087600" cy="143256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0" y="2161223"/>
            <a:ext cx="15087600" cy="993457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EC54-1B38-464E-B957-296FD2DB8A65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BB-409F-DF4E-9EE8-179B5B0D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3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EC54-1B38-464E-B957-296FD2DB8A65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BB-409F-DF4E-9EE8-179B5B0D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0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2552" y="1025843"/>
            <a:ext cx="17350740" cy="1711642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2552" y="2753678"/>
            <a:ext cx="17350740" cy="900112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EC54-1B38-464E-B957-296FD2DB8A65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BB-409F-DF4E-9EE8-179B5B0D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9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3030" y="1095375"/>
            <a:ext cx="854964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84130" y="1095375"/>
            <a:ext cx="854964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EC54-1B38-464E-B957-296FD2DB8A65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BB-409F-DF4E-9EE8-179B5B0D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533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0" y="219075"/>
            <a:ext cx="17350740" cy="795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651" y="1008698"/>
            <a:ext cx="8510349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651" y="1503045"/>
            <a:ext cx="8510349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84130" y="1008698"/>
            <a:ext cx="8552260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84130" y="1503045"/>
            <a:ext cx="8552260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EC54-1B38-464E-B957-296FD2DB8A65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BB-409F-DF4E-9EE8-179B5B0D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19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EC54-1B38-464E-B957-296FD2DB8A65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BB-409F-DF4E-9EE8-179B5B0D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62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EC54-1B38-464E-B957-296FD2DB8A65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BB-409F-DF4E-9EE8-179B5B0D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77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274320"/>
            <a:ext cx="6488191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52260" y="592455"/>
            <a:ext cx="10184130" cy="292417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1" y="1234440"/>
            <a:ext cx="6488191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EC54-1B38-464E-B957-296FD2DB8A65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BB-409F-DF4E-9EE8-179B5B0D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9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274320"/>
            <a:ext cx="6488191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52260" y="592455"/>
            <a:ext cx="10184130" cy="2924175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1" y="1234440"/>
            <a:ext cx="6488191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EC54-1B38-464E-B957-296FD2DB8A65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BB-409F-DF4E-9EE8-179B5B0D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805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EC54-1B38-464E-B957-296FD2DB8A65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BB-409F-DF4E-9EE8-179B5B0D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36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96085" y="219075"/>
            <a:ext cx="4337685" cy="34871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3030" y="219075"/>
            <a:ext cx="12761595" cy="34871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EC54-1B38-464E-B957-296FD2DB8A65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BB-409F-DF4E-9EE8-179B5B0D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3030" y="219075"/>
            <a:ext cx="17350740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3030" y="1095375"/>
            <a:ext cx="17350740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3030" y="3813810"/>
            <a:ext cx="452628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EC54-1B38-464E-B957-296FD2DB8A65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63690" y="3813810"/>
            <a:ext cx="678942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07490" y="3813810"/>
            <a:ext cx="452628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6ED5BB-409F-DF4E-9EE8-179B5B0D3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98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15D5294-510D-237D-87F8-C2D1542C039B}"/>
              </a:ext>
            </a:extLst>
          </p:cNvPr>
          <p:cNvSpPr/>
          <p:nvPr/>
        </p:nvSpPr>
        <p:spPr>
          <a:xfrm>
            <a:off x="261008" y="1314019"/>
            <a:ext cx="3308026" cy="10008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[1,2,3] ++ [4,5]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6C5E594-0C7A-5EF8-ECCC-7825C3D4DEC1}"/>
              </a:ext>
            </a:extLst>
          </p:cNvPr>
          <p:cNvSpPr/>
          <p:nvPr/>
        </p:nvSpPr>
        <p:spPr>
          <a:xfrm>
            <a:off x="5301602" y="97561"/>
            <a:ext cx="3181396" cy="10008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 : ⊥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B8159D2-501C-AD07-CC98-681E5C9B201F}"/>
              </a:ext>
            </a:extLst>
          </p:cNvPr>
          <p:cNvSpPr/>
          <p:nvPr/>
        </p:nvSpPr>
        <p:spPr>
          <a:xfrm>
            <a:off x="5248344" y="2370797"/>
            <a:ext cx="3575620" cy="10008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 : ([2,3]++[4,5])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F577689-52D7-011F-0CAB-A836F9B57899}"/>
              </a:ext>
            </a:extLst>
          </p:cNvPr>
          <p:cNvSpPr/>
          <p:nvPr/>
        </p:nvSpPr>
        <p:spPr>
          <a:xfrm>
            <a:off x="10058396" y="32113"/>
            <a:ext cx="3926317" cy="10008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 : 2 : ⊥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EA4EBB-B76C-F9FB-FC63-33B9E2CA0EAF}"/>
              </a:ext>
            </a:extLst>
          </p:cNvPr>
          <p:cNvSpPr/>
          <p:nvPr/>
        </p:nvSpPr>
        <p:spPr>
          <a:xfrm>
            <a:off x="10058400" y="2370797"/>
            <a:ext cx="3926317" cy="10008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 : 2 : ([3] ++ [4,5])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9FA19E5-509F-C4D2-8298-6D1E03429F57}"/>
              </a:ext>
            </a:extLst>
          </p:cNvPr>
          <p:cNvSpPr/>
          <p:nvPr/>
        </p:nvSpPr>
        <p:spPr>
          <a:xfrm>
            <a:off x="15219153" y="56693"/>
            <a:ext cx="4454997" cy="10008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 : 2 : 3 : ⊥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E9F3CC9-C27E-0F7B-5C69-A922934C347A}"/>
              </a:ext>
            </a:extLst>
          </p:cNvPr>
          <p:cNvSpPr/>
          <p:nvPr/>
        </p:nvSpPr>
        <p:spPr>
          <a:xfrm>
            <a:off x="15219153" y="2369234"/>
            <a:ext cx="4454997" cy="10008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 : 2 : 3 : ([] ++ [4,5])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05148B-7168-9318-5CC5-CE805491E087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3569034" y="598010"/>
            <a:ext cx="1732568" cy="1216458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799576-7930-5E0B-1394-54E2D698B4B6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569034" y="1814468"/>
            <a:ext cx="1679310" cy="1056778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16D74B-6628-0D54-CE98-59EA13ABC878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8823964" y="2871246"/>
            <a:ext cx="1234436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074C6D6-B1E4-3A11-03D5-30153DA1A9C0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8823964" y="532562"/>
            <a:ext cx="1234432" cy="2338684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A627F17-F168-3498-309A-DB345AA43F77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13984717" y="2869683"/>
            <a:ext cx="1234436" cy="1563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7738E16-0982-6780-D33C-D276E987259A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13984717" y="557142"/>
            <a:ext cx="1234436" cy="2314104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1747F2D-DD58-776D-397A-BE248482FBC9}"/>
              </a:ext>
            </a:extLst>
          </p:cNvPr>
          <p:cNvSpPr txBox="1"/>
          <p:nvPr/>
        </p:nvSpPr>
        <p:spPr>
          <a:xfrm>
            <a:off x="3856125" y="430938"/>
            <a:ext cx="1274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Skip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C05EBF-1752-23B0-AB02-84102EB505A7}"/>
              </a:ext>
            </a:extLst>
          </p:cNvPr>
          <p:cNvSpPr txBox="1"/>
          <p:nvPr/>
        </p:nvSpPr>
        <p:spPr>
          <a:xfrm>
            <a:off x="3048000" y="2575779"/>
            <a:ext cx="2029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Evaluate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06A4E0-2874-C0D1-1D96-396C510CD799}"/>
              </a:ext>
            </a:extLst>
          </p:cNvPr>
          <p:cNvSpPr txBox="1"/>
          <p:nvPr/>
        </p:nvSpPr>
        <p:spPr>
          <a:xfrm>
            <a:off x="8239721" y="1206239"/>
            <a:ext cx="1274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Skip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7F3A41-E84C-DEDF-FD5A-3CDA1FBC2406}"/>
              </a:ext>
            </a:extLst>
          </p:cNvPr>
          <p:cNvSpPr txBox="1"/>
          <p:nvPr/>
        </p:nvSpPr>
        <p:spPr>
          <a:xfrm>
            <a:off x="8239721" y="3371698"/>
            <a:ext cx="2003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Evaluate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AD2069-1856-1FEB-BEEA-479E2EA34913}"/>
              </a:ext>
            </a:extLst>
          </p:cNvPr>
          <p:cNvSpPr txBox="1"/>
          <p:nvPr/>
        </p:nvSpPr>
        <p:spPr>
          <a:xfrm>
            <a:off x="12979259" y="1210273"/>
            <a:ext cx="1274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Skip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2A7A9F-7157-554A-4BB3-6963524BE915}"/>
              </a:ext>
            </a:extLst>
          </p:cNvPr>
          <p:cNvSpPr txBox="1"/>
          <p:nvPr/>
        </p:nvSpPr>
        <p:spPr>
          <a:xfrm>
            <a:off x="13260073" y="3326457"/>
            <a:ext cx="2003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Evaluate</a:t>
            </a:r>
          </a:p>
        </p:txBody>
      </p:sp>
    </p:spTree>
    <p:extLst>
      <p:ext uri="{BB962C8B-B14F-4D97-AF65-F5344CB8AC3E}">
        <p14:creationId xmlns:p14="http://schemas.microsoft.com/office/powerpoint/2010/main" val="383313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2866</TotalTime>
  <Words>57</Words>
  <Application>Microsoft Macintosh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Yao Li</dc:creator>
  <cp:lastModifiedBy>Yao Li</cp:lastModifiedBy>
  <cp:revision>12</cp:revision>
  <dcterms:created xsi:type="dcterms:W3CDTF">2025-12-13T01:21:49Z</dcterms:created>
  <dcterms:modified xsi:type="dcterms:W3CDTF">2025-12-15T01:07:57Z</dcterms:modified>
</cp:coreProperties>
</file>