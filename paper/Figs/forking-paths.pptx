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 varScale="1">
        <p:scale>
          <a:sx n="104" d="100"/>
          <a:sy n="104" d="100"/>
        </p:scale>
        <p:origin x="232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369F2-937A-F76F-900C-E6A3DE591B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019F52-D07E-F290-F16E-32D573E1DA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5AE81E-4C62-424E-3145-2F60738CF4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5EC54-1B38-464E-B957-296FD2DB8A65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3D4167-9EB5-663B-D818-C57F089BC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EF6735-8E9C-A104-CA70-4EAE4BD91F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ED5BB-409F-DF4E-9EE8-179B5B0D3E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9315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3ABC75-A207-80FA-9368-E537AB2CD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B58DB0-8E29-19B2-B2BD-52A3604C53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A229F1-F835-18AD-6476-ACAAB199B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5EC54-1B38-464E-B957-296FD2DB8A65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F6EC45-AA40-E0A8-104D-6AFEE7BC02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D4922E-18BE-6D73-AF19-2C9B150D7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ED5BB-409F-DF4E-9EE8-179B5B0D3E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8939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D4E4EA-5E83-8998-096E-2666476A4F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CE056C-7A4B-A7C0-D4C4-8ADEDEC57C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49F486-E420-8FBF-52F4-FBCFCBAB3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5EC54-1B38-464E-B957-296FD2DB8A65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60B67A-46BA-A617-2B13-CE82C8E04E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E44D07-922F-008A-CE01-84384FD80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ED5BB-409F-DF4E-9EE8-179B5B0D3E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8765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CBE48D-95D7-CCF6-15DD-2EA916D01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3EB023-1040-3A0C-319C-2D1EA35CF1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2278AC-9E46-C6E3-46C8-0255DFF263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AB75A3-C17E-AFA9-B8CB-E0FE9C25D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5EC54-1B38-464E-B957-296FD2DB8A65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413744-8296-C59D-000B-5CFE10A23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5895E6-14DE-711D-2B5D-5ECE84470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ED5BB-409F-DF4E-9EE8-179B5B0D3E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11279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41DF61-96E7-9A83-F5B2-4D60A83F27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AF56A9-6E4E-E578-6AB0-0BC1C61E32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492214-99B9-0932-57C4-8C6E64DD3B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015F2AB-46E7-29C6-432F-81D27C883E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E7305B-456B-BA94-ACA7-C6733A8C5B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E83CD9-E336-34A9-A6AE-C4267FC1F5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5EC54-1B38-464E-B957-296FD2DB8A65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E925D39-F6EA-1823-57E0-254212FAFD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63575D1-8EF5-BD45-F532-4CB9B5969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ED5BB-409F-DF4E-9EE8-179B5B0D3E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14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411A0B-00E7-3817-971A-4B2B1A7A0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EA0FAA6-8CC1-EA38-E048-BF9BFEE21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5EC54-1B38-464E-B957-296FD2DB8A65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7EE9DFD-37D5-4E56-79D1-3770AA77E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20640C-1A4F-84A0-63CE-80894B03FA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ED5BB-409F-DF4E-9EE8-179B5B0D3E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09857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C83091-6A56-CD43-5161-1DFED9CFF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5EC54-1B38-464E-B957-296FD2DB8A65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D2CC696-B9FC-BB00-F2D0-9DED37BA62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C94668-2649-8F42-FDD7-AA19FDAF2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ED5BB-409F-DF4E-9EE8-179B5B0D3E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5323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C3ECB6-3D28-9236-1B4A-052482F6A9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6727F4-B1FF-E83A-3896-0E8C5DDEAB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7F8DEE-F057-AC35-A5F8-FB56C1DA44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09AB5E-EB07-7F87-429C-F6368A5DFE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5EC54-1B38-464E-B957-296FD2DB8A65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2452E0-3D81-38D2-0A17-0FBBB963D0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327438-7EDF-B634-1D2A-9FC73A776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ED5BB-409F-DF4E-9EE8-179B5B0D3E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9683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3CEE6-BC3A-A27D-CF78-D5302CE673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D0E2E4-0641-80E1-0B1D-D00B47E569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BE87DE-239E-5689-9FC2-18484F638F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586AF2-58CC-4B4B-DB52-7619FB32B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5EC54-1B38-464E-B957-296FD2DB8A65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EBC291-7225-BFB7-5B1A-953AAEE2F8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EB37DC-ADB3-5A5F-60CC-27E57A36CF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ED5BB-409F-DF4E-9EE8-179B5B0D3E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98208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1DE54-3E76-7B92-8F2F-7EE4F1159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45D7FF8-E6A3-7822-FE5B-2D1A1F9F85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7CEFA0-90F5-A459-F982-29FEA2890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5EC54-1B38-464E-B957-296FD2DB8A65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F04F05-1CC9-BDD5-4B85-9FC070B9EB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FD2F25-3C06-F217-C91B-6E4E3C3B76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ED5BB-409F-DF4E-9EE8-179B5B0D3E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6410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4BB9116-B0AB-FF46-2F1E-6F210BABA99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3C819-6656-993F-E075-0AAA68B33A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1D865A-6BB3-4465-9055-9A82B70B41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5EC54-1B38-464E-B957-296FD2DB8A65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783CEE-80AB-AAF7-0FE5-0AB6180673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A08BCE-195A-7C5C-AB5A-98CC5A5EC6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ED5BB-409F-DF4E-9EE8-179B5B0D3E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56064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619D2BF-8445-4FCA-9424-F84D0A699F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B46841-5895-B57E-B159-81EAD407C3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373F6D-4197-4328-C987-EDDEEEEED9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75EC54-1B38-464E-B957-296FD2DB8A65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A8DDC2-4F1F-7479-D522-E1B20C179F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AF91CA-BBAC-26C4-971A-FA8CE34AE4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96ED5BB-409F-DF4E-9EE8-179B5B0D3E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56703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15D5294-510D-237D-87F8-C2D1542C039B}"/>
              </a:ext>
            </a:extLst>
          </p:cNvPr>
          <p:cNvSpPr/>
          <p:nvPr/>
        </p:nvSpPr>
        <p:spPr>
          <a:xfrm>
            <a:off x="255231" y="1896691"/>
            <a:ext cx="2204189" cy="741406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[1,2,3] ++ [4,5]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6C5E594-0C7A-5EF8-ECCC-7825C3D4DEC1}"/>
              </a:ext>
            </a:extLst>
          </p:cNvPr>
          <p:cNvSpPr/>
          <p:nvPr/>
        </p:nvSpPr>
        <p:spPr>
          <a:xfrm>
            <a:off x="2825012" y="520048"/>
            <a:ext cx="2356589" cy="741406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1 : ⊥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7B8159D2-501C-AD07-CC98-681E5C9B201F}"/>
              </a:ext>
            </a:extLst>
          </p:cNvPr>
          <p:cNvSpPr/>
          <p:nvPr/>
        </p:nvSpPr>
        <p:spPr>
          <a:xfrm>
            <a:off x="2825011" y="3194932"/>
            <a:ext cx="2356589" cy="741406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1 : ([2,3]++[4,5])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F577689-52D7-011F-0CAB-A836F9B57899}"/>
              </a:ext>
            </a:extLst>
          </p:cNvPr>
          <p:cNvSpPr/>
          <p:nvPr/>
        </p:nvSpPr>
        <p:spPr>
          <a:xfrm>
            <a:off x="5391808" y="2085877"/>
            <a:ext cx="2645623" cy="741406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1 : 2 : ⊥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2EA4EBB-B76C-F9FB-FC63-33B9E2CA0EAF}"/>
              </a:ext>
            </a:extLst>
          </p:cNvPr>
          <p:cNvSpPr/>
          <p:nvPr/>
        </p:nvSpPr>
        <p:spPr>
          <a:xfrm>
            <a:off x="5391808" y="4241138"/>
            <a:ext cx="2645624" cy="741406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1 : 2 : ([3] ++ [4,5])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69FA19E5-509F-C4D2-8298-6D1E03429F57}"/>
              </a:ext>
            </a:extLst>
          </p:cNvPr>
          <p:cNvSpPr/>
          <p:nvPr/>
        </p:nvSpPr>
        <p:spPr>
          <a:xfrm>
            <a:off x="8390238" y="3194932"/>
            <a:ext cx="2908382" cy="741406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1 : 2 : 3 : ⊥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EE9F3CC9-C27E-0F7B-5C69-A922934C347A}"/>
              </a:ext>
            </a:extLst>
          </p:cNvPr>
          <p:cNvSpPr/>
          <p:nvPr/>
        </p:nvSpPr>
        <p:spPr>
          <a:xfrm>
            <a:off x="8390237" y="5233725"/>
            <a:ext cx="2908383" cy="741406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1 : 2 : 3 : ([] ++ [4,5])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605148B-7168-9318-5CC5-CE805491E087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2459420" y="890751"/>
            <a:ext cx="365592" cy="1376643"/>
          </a:xfrm>
          <a:prstGeom prst="straightConnector1">
            <a:avLst/>
          </a:prstGeom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2799576-7930-5E0B-1394-54E2D698B4B6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2459420" y="2267394"/>
            <a:ext cx="365591" cy="1298241"/>
          </a:xfrm>
          <a:prstGeom prst="straightConnector1">
            <a:avLst/>
          </a:prstGeom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916D74B-6628-0D54-CE98-59EA13ABC878}"/>
              </a:ext>
            </a:extLst>
          </p:cNvPr>
          <p:cNvCxnSpPr>
            <a:cxnSpLocks/>
            <a:endCxn id="10" idx="1"/>
          </p:cNvCxnSpPr>
          <p:nvPr/>
        </p:nvCxnSpPr>
        <p:spPr>
          <a:xfrm>
            <a:off x="5181600" y="3565635"/>
            <a:ext cx="210208" cy="1046206"/>
          </a:xfrm>
          <a:prstGeom prst="straightConnector1">
            <a:avLst/>
          </a:prstGeom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074C6D6-B1E4-3A11-03D5-30153DA1A9C0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 flipV="1">
            <a:off x="5181600" y="2456580"/>
            <a:ext cx="210208" cy="1109055"/>
          </a:xfrm>
          <a:prstGeom prst="straightConnector1">
            <a:avLst/>
          </a:prstGeom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A627F17-F168-3498-309A-DB345AA43F77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8037431" y="4710622"/>
            <a:ext cx="352806" cy="893806"/>
          </a:xfrm>
          <a:prstGeom prst="straightConnector1">
            <a:avLst/>
          </a:prstGeom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7738E16-0982-6780-D33C-D276E987259A}"/>
              </a:ext>
            </a:extLst>
          </p:cNvPr>
          <p:cNvCxnSpPr>
            <a:cxnSpLocks/>
            <a:endCxn id="11" idx="1"/>
          </p:cNvCxnSpPr>
          <p:nvPr/>
        </p:nvCxnSpPr>
        <p:spPr>
          <a:xfrm flipV="1">
            <a:off x="8037430" y="3565635"/>
            <a:ext cx="352808" cy="1144987"/>
          </a:xfrm>
          <a:prstGeom prst="straightConnector1">
            <a:avLst/>
          </a:prstGeom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91747F2D-DD58-776D-397A-BE248482FBC9}"/>
              </a:ext>
            </a:extLst>
          </p:cNvPr>
          <p:cNvSpPr txBox="1"/>
          <p:nvPr/>
        </p:nvSpPr>
        <p:spPr>
          <a:xfrm>
            <a:off x="1588552" y="1162889"/>
            <a:ext cx="9444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Skip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FC05EBF-1752-23B0-AB02-84102EB505A7}"/>
              </a:ext>
            </a:extLst>
          </p:cNvPr>
          <p:cNvSpPr txBox="1"/>
          <p:nvPr/>
        </p:nvSpPr>
        <p:spPr>
          <a:xfrm>
            <a:off x="1198180" y="2904056"/>
            <a:ext cx="13348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Evaluate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106A4E0-2874-C0D1-1D96-396C510CD799}"/>
              </a:ext>
            </a:extLst>
          </p:cNvPr>
          <p:cNvSpPr txBox="1"/>
          <p:nvPr/>
        </p:nvSpPr>
        <p:spPr>
          <a:xfrm>
            <a:off x="4342263" y="2593396"/>
            <a:ext cx="9444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Skip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A7F3A41-E84C-DEDF-FD5A-3CDA1FBC2406}"/>
              </a:ext>
            </a:extLst>
          </p:cNvPr>
          <p:cNvSpPr txBox="1"/>
          <p:nvPr/>
        </p:nvSpPr>
        <p:spPr>
          <a:xfrm>
            <a:off x="3794235" y="4054771"/>
            <a:ext cx="13348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Evaluate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4AD2069-1856-1FEB-BEEA-479E2EA34913}"/>
              </a:ext>
            </a:extLst>
          </p:cNvPr>
          <p:cNvSpPr txBox="1"/>
          <p:nvPr/>
        </p:nvSpPr>
        <p:spPr>
          <a:xfrm>
            <a:off x="7269393" y="3594121"/>
            <a:ext cx="9444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Skip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B2A7A9F-7157-554A-4BB3-6963524BE915}"/>
              </a:ext>
            </a:extLst>
          </p:cNvPr>
          <p:cNvSpPr txBox="1"/>
          <p:nvPr/>
        </p:nvSpPr>
        <p:spPr>
          <a:xfrm>
            <a:off x="6879021" y="5180106"/>
            <a:ext cx="13348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Evaluate</a:t>
            </a:r>
          </a:p>
        </p:txBody>
      </p:sp>
    </p:spTree>
    <p:extLst>
      <p:ext uri="{BB962C8B-B14F-4D97-AF65-F5344CB8AC3E}">
        <p14:creationId xmlns:p14="http://schemas.microsoft.com/office/powerpoint/2010/main" val="38331325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57</Words>
  <Application>Microsoft Macintosh PowerPoint</Application>
  <PresentationFormat>Widescreen</PresentationFormat>
  <Paragraphs>13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Yao Li</dc:creator>
  <cp:lastModifiedBy>Yao Li</cp:lastModifiedBy>
  <cp:revision>7</cp:revision>
  <dcterms:created xsi:type="dcterms:W3CDTF">2025-12-13T01:21:49Z</dcterms:created>
  <dcterms:modified xsi:type="dcterms:W3CDTF">2025-12-13T01:34:08Z</dcterms:modified>
</cp:coreProperties>
</file>